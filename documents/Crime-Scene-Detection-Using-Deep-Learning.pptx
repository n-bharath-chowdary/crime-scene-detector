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rompt Medium"/>
      <p:regular r:id="rId17"/>
    </p:embeddedFont>
    <p:embeddedFont>
      <p:font typeface="Prompt Medium"/>
      <p:regular r:id="rId18"/>
    </p:embeddedFont>
    <p:embeddedFont>
      <p:font typeface="Prompt Medium"/>
      <p:regular r:id="rId19"/>
    </p:embeddedFont>
    <p:embeddedFont>
      <p:font typeface="Prompt Medium"/>
      <p:regular r:id="rId20"/>
    </p:embeddedFont>
    <p:embeddedFont>
      <p:font typeface="Mukta Light"/>
      <p:regular r:id="rId21"/>
    </p:embeddedFont>
    <p:embeddedFont>
      <p:font typeface="Mukta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373630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Crime Scene Detection Using Deep Learning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411551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Video Surveillance for Automatic Crime Classification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4788218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SHUSHIL KUMAR PULSE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5460921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U23IA22S0089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4446865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Introduction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550295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6280" y="558772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Crime Rise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666280" y="6078736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Increasing crime rates need smarter surveillance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267682" y="550295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69925" y="558772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Manual Limits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069925" y="6078736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Manual monitoring prone to errors and delays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9671328" y="5502950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73571" y="558772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Model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473571" y="6078736"/>
            <a:ext cx="3292793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Accepts live video, classifies 4 crime types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5073" y="661392"/>
            <a:ext cx="5134570" cy="64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Problem Statement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95073" y="1649730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33674" y="1888331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Reactive Systems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533674" y="2347793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Existing systems respond after crimes occur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295073" y="3187065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3674" y="3425666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Analysis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533674" y="3885128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Challenge to analyze video instantly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295073" y="4724400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3674" y="4963001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Behavior Detection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33674" y="5422463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Complex human actions hard to detect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95073" y="6261735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3674" y="6500336"/>
            <a:ext cx="2835831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Accurate Classification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533674" y="6959798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Need precise crime category identification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135743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Objectives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3191828"/>
            <a:ext cx="185142" cy="342900"/>
          </a:xfrm>
          <a:prstGeom prst="roundRect">
            <a:avLst>
              <a:gd name="adj" fmla="val 5600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05863" y="31918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Automate Detection</a:t>
            </a:r>
            <a:endParaRPr lang="en-US" sz="2150" dirty="0"/>
          </a:p>
        </p:txBody>
      </p:sp>
      <p:sp>
        <p:nvSpPr>
          <p:cNvPr id="6" name="Shape 3"/>
          <p:cNvSpPr/>
          <p:nvPr/>
        </p:nvSpPr>
        <p:spPr>
          <a:xfrm>
            <a:off x="6720721" y="3781544"/>
            <a:ext cx="185142" cy="886063"/>
          </a:xfrm>
          <a:prstGeom prst="roundRect">
            <a:avLst>
              <a:gd name="adj" fmla="val 5600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76148" y="378154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Classify Crimes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7276148" y="4272558"/>
            <a:ext cx="649021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Arrest, Abuse, Arson, Assault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7091005" y="4914424"/>
            <a:ext cx="185142" cy="342900"/>
          </a:xfrm>
          <a:prstGeom prst="roundRect">
            <a:avLst>
              <a:gd name="adj" fmla="val 5600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46432" y="4914424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Real-Time Display</a:t>
            </a:r>
            <a:endParaRPr lang="en-US" sz="2150" dirty="0"/>
          </a:p>
        </p:txBody>
      </p:sp>
      <p:sp>
        <p:nvSpPr>
          <p:cNvPr id="11" name="Shape 8"/>
          <p:cNvSpPr/>
          <p:nvPr/>
        </p:nvSpPr>
        <p:spPr>
          <a:xfrm>
            <a:off x="7461409" y="5504140"/>
            <a:ext cx="185142" cy="342900"/>
          </a:xfrm>
          <a:prstGeom prst="roundRect">
            <a:avLst>
              <a:gd name="adj" fmla="val 56007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6835" y="5504140"/>
            <a:ext cx="28609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Reduce Manual Effort</a:t>
            </a: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2829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Methodology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93120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Collection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3520916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Labeled crime scene videos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16278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Preprocessing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864037" y="475249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Frame extraction, resizing, normalization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23929" y="293120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23929" y="3520916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CNN + LSTM hybrid for spatial &amp; temporal features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23929" y="416278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Training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7623929" y="4752499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Large crime-related video dataset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23929" y="53943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Output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623929" y="5984081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crime category prediction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" y="561975"/>
            <a:ext cx="4540448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 Architecture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89" y="1538168"/>
            <a:ext cx="1021556" cy="12258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43113" y="1742480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Input Video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89" y="2764036"/>
            <a:ext cx="1021556" cy="12258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3113" y="2968347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Frame Extraction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89" y="3989903"/>
            <a:ext cx="1021556" cy="122586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43113" y="4194215"/>
            <a:ext cx="257258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CNN Feature Extraction</a:t>
            </a:r>
            <a:endParaRPr lang="en-US" sz="17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89" y="5215771"/>
            <a:ext cx="1021556" cy="122586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043113" y="5420082"/>
            <a:ext cx="2639973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LSTM Temporal Analysis</a:t>
            </a:r>
            <a:endParaRPr lang="en-US" sz="17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89" y="6441638"/>
            <a:ext cx="1021556" cy="122586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043113" y="6645950"/>
            <a:ext cx="2270165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Dense Layer Output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3086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912037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Implementation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864037" y="496812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666280" y="505289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Tools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666280" y="5543907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TensorFlow &amp; OpenCV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7469505" y="496812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71748" y="505289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Processing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8271748" y="5543907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Frame-by-frame in real-time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643270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666280" y="65174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UI Overlay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666280" y="7008495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Displays predicted crime type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7469505" y="643270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1748" y="651748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Training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8271748" y="7008495"/>
            <a:ext cx="54946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GPU used for faster convergence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85558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Results &amp; Accuracy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2911673"/>
            <a:ext cx="3584615" cy="1805226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612493" y="31737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Accuracy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612493" y="3664744"/>
            <a:ext cx="3060502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~92% overall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0181868" y="2911673"/>
            <a:ext cx="3584615" cy="1805226"/>
          </a:xfrm>
          <a:prstGeom prst="roundRect">
            <a:avLst>
              <a:gd name="adj" fmla="val 5744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43924" y="317373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Confusion Matrix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443924" y="3664744"/>
            <a:ext cx="30605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Strong performance on all classes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4963716"/>
            <a:ext cx="7415927" cy="1410176"/>
          </a:xfrm>
          <a:prstGeom prst="roundRect">
            <a:avLst>
              <a:gd name="adj" fmla="val 7353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2493" y="5225772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Latency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6612493" y="5716786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&lt;1.5 sec/frame CPU, &lt;0.5 sec GPU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8673" y="661392"/>
            <a:ext cx="5134570" cy="641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Future Scope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808673" y="1649730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47274" y="1888331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More Crime Types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47274" y="2347793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Theft, Burglary, etc.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8673" y="3187065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7274" y="3425666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Advanced Models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47274" y="3885128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YOLO, Transformer-based video models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8673" y="4724400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7274" y="4963001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47274" y="5422463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Smart cities real-world use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8673" y="6261735"/>
            <a:ext cx="7526655" cy="1306354"/>
          </a:xfrm>
          <a:prstGeom prst="roundRect">
            <a:avLst>
              <a:gd name="adj" fmla="val 7429"/>
            </a:avLst>
          </a:prstGeom>
          <a:solidFill>
            <a:srgbClr val="542C49"/>
          </a:solidFill>
          <a:ln w="762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7274" y="6500336"/>
            <a:ext cx="2567226" cy="320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Live Alerts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47274" y="6959798"/>
            <a:ext cx="7049453" cy="369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Instant law enforcement notification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04399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Conclusion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350437" y="1960483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52680" y="2045256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AI-Driven System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7152680" y="2536269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Successful crime classification via video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350437" y="342507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52680" y="3509843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Enhanced Safety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152680" y="4000857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Reduces human error in surveillance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350437" y="4889659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2680" y="4974431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Scalable Security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7152680" y="5465445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Real-time intelligent systems future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350437" y="635424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542C49"/>
          </a:solidFill>
          <a:ln w="15240">
            <a:solidFill>
              <a:srgbClr val="6D456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52680" y="6439019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Final Thought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7152680" y="693003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Machines can help prevent crimes early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2025-04-29T07:17:47Z</dcterms:created>
  <dcterms:modified xsi:type="dcterms:W3CDTF">2025-04-29T07:17:47Z</dcterms:modified>
</cp:coreProperties>
</file>